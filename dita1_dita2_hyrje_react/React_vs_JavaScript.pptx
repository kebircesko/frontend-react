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173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129711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0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30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7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1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579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5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4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3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0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98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82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58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52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90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85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99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118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  <p:sldLayoutId id="2147483836" r:id="rId16"/>
    <p:sldLayoutId id="214748383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React Framework vs 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dirty="0" err="1" smtClean="0"/>
              <a:t>Krahasim</a:t>
            </a:r>
            <a:r>
              <a:rPr dirty="0" smtClean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zhvillimin</a:t>
            </a:r>
            <a:r>
              <a:rPr dirty="0"/>
              <a:t> e </a:t>
            </a:r>
            <a:r>
              <a:rPr dirty="0" err="1"/>
              <a:t>aplikacioneve</a:t>
            </a:r>
            <a:r>
              <a:rPr dirty="0"/>
              <a:t> </a:t>
            </a:r>
            <a:r>
              <a:rPr dirty="0" smtClean="0"/>
              <a:t>web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Hyrje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323232"/>
                </a:solidFill>
              </a:defRPr>
            </a:pPr>
            <a:r>
              <a:t>Çfarë është JavaScript?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Çfarë është React?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Pse është e rëndësishme krahasimi?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Përdorimi në zhvillimin modern web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Qëllimi i prezantimit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(përmbledhje)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323232"/>
                </a:solidFill>
              </a:defRPr>
            </a:pPr>
            <a:r>
              <a:t>Gjuhë programimi për web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Ekzekutohet në shfletues (client-side)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 përdorur për DOM manipulation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Shumë fleksibile &amp; universale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Baza e çdo framework-u modern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(përmbledhje)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323232"/>
                </a:solidFill>
              </a:defRPr>
            </a:pPr>
            <a:r>
              <a:t>Framework/Library e ndërtuar nga Facebook (2013)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Përdoret për ndërtimin e UI dinamike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Bazohet në komponentë të ripërdorshëm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Virtual DOM për performancë më të lartë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Ekosistem i madh me komunitet aktiv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Krahasimi: Struktura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323232"/>
                </a:solidFill>
              </a:defRPr>
            </a:pPr>
            <a:r>
              <a:t>JavaScript: shkruhet në mënyrë lineare ose modularë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React: bazohet në komponentë (Component-based)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JavaScript: duhet DOM manipulation manual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React: manipulon DOM automatikisht përmes Virtual DOM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JavaScript: më pak organizim, më shumë kod përsëritës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Krahasimi: Shpejtësia &amp; Performanca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323232"/>
                </a:solidFill>
              </a:defRPr>
            </a:pPr>
            <a:r>
              <a:t>JavaScript manipulon DOM direkt → më i ngadaltë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React përdor Virtual DOM → më i shpejtë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React rifreskon vetëm pjesën që ndryshon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Aplikacionet e mëdha funksionojnë më mirë me React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JavaScript është i thjeshtë për projekte të vogla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Krahasimi: Përdorshmëria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323232"/>
                </a:solidFill>
              </a:defRPr>
            </a:pPr>
            <a:r>
              <a:t>JavaScript përdoret gjithkund (frontend, backend me Node.js)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React është më i fokusuar tek UI dhe frontend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React lehtëson ndarjen e kodit në komponentë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JavaScript më fleksibil, por kërkon më shumë menaxhim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React kursen kohë zhvillimi për projekte të mëdha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Krahasimi: Komuniteti &amp; Ekosistemi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323232"/>
                </a:solidFill>
              </a:defRPr>
            </a:pPr>
            <a:r>
              <a:t>JavaScript: një nga gjuhët më të përdorura në botë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React: ndër framework-ët më të popullarizuar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Librari të shumta të gatshme për React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Komunitet shumë aktiv për të dyja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Dokumentacion i pasur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Avantazhet e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323232"/>
                </a:solidFill>
              </a:defRPr>
            </a:pPr>
            <a:r>
              <a:t>Gjuhë universale (Frontend + Backend)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Mësohet lehtësisht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Mbështetje në të gjitha shfletuesit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Nuk kërkon framework shtesë për funksione bazë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Shumë fleksibil për çdo projekt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Avantazhet e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323232"/>
                </a:solidFill>
              </a:defRPr>
            </a:pPr>
            <a:r>
              <a:t>Shpejtësi dhe efikasitet me Virtual DOM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Komponentë të ripërdorshëm → kursim kohe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Shkallëzim i lehtë për aplikacione të mëdha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Mbështetje nga Facebook + komunitet global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Integrim i lehtë me biblioteka të tjera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Kufizimet e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323232"/>
                </a:solidFill>
              </a:defRPr>
            </a:pPr>
            <a:r>
              <a:t>DOM manipulation manual → kod i gjatë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Shpejtësi më e ulët për projekte të mëdha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Struktura e pakontrolluar për aplikacione komplekse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Jo gjithmonë i optimizuar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Nevojitet framework për UI moderne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Kufizimet e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323232"/>
                </a:solidFill>
              </a:defRPr>
            </a:pPr>
            <a:r>
              <a:rPr dirty="0" err="1" smtClean="0"/>
              <a:t>Varet</a:t>
            </a:r>
            <a:r>
              <a:rPr dirty="0" smtClean="0"/>
              <a:t> </a:t>
            </a:r>
            <a:r>
              <a:rPr dirty="0" err="1"/>
              <a:t>nga</a:t>
            </a:r>
            <a:r>
              <a:rPr dirty="0"/>
              <a:t> JavaScript (</a:t>
            </a:r>
            <a:r>
              <a:rPr dirty="0" err="1"/>
              <a:t>nuk</a:t>
            </a:r>
            <a:r>
              <a:rPr dirty="0"/>
              <a:t> </a:t>
            </a:r>
            <a:r>
              <a:rPr dirty="0" err="1"/>
              <a:t>është</a:t>
            </a:r>
            <a:r>
              <a:rPr dirty="0"/>
              <a:t> </a:t>
            </a:r>
            <a:r>
              <a:rPr dirty="0" err="1"/>
              <a:t>gjuhë</a:t>
            </a:r>
            <a:r>
              <a:rPr dirty="0"/>
              <a:t> </a:t>
            </a:r>
            <a:r>
              <a:rPr dirty="0" err="1"/>
              <a:t>më</a:t>
            </a:r>
            <a:r>
              <a:rPr dirty="0"/>
              <a:t> </a:t>
            </a:r>
            <a:r>
              <a:rPr dirty="0" err="1"/>
              <a:t>vete</a:t>
            </a:r>
            <a:r>
              <a:rPr dirty="0"/>
              <a:t>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rPr dirty="0" err="1"/>
              <a:t>Shumë</a:t>
            </a:r>
            <a:r>
              <a:rPr dirty="0"/>
              <a:t> </a:t>
            </a:r>
            <a:r>
              <a:rPr dirty="0" err="1"/>
              <a:t>versione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</a:t>
            </a:r>
            <a:r>
              <a:rPr dirty="0" err="1"/>
              <a:t>librari</a:t>
            </a:r>
            <a:r>
              <a:rPr dirty="0"/>
              <a:t> </a:t>
            </a:r>
            <a:r>
              <a:rPr dirty="0" err="1"/>
              <a:t>shtesë</a:t>
            </a:r>
            <a:r>
              <a:rPr dirty="0"/>
              <a:t> (</a:t>
            </a:r>
            <a:r>
              <a:rPr dirty="0" err="1"/>
              <a:t>mund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konfuzojë</a:t>
            </a:r>
            <a:r>
              <a:rPr dirty="0"/>
              <a:t> </a:t>
            </a:r>
            <a:r>
              <a:rPr dirty="0" err="1"/>
              <a:t>fillestarët</a:t>
            </a:r>
            <a:r>
              <a:rPr dirty="0"/>
              <a:t>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rPr dirty="0"/>
              <a:t>Jo </a:t>
            </a:r>
            <a:r>
              <a:rPr dirty="0" err="1"/>
              <a:t>gjithmonë</a:t>
            </a:r>
            <a:r>
              <a:rPr dirty="0"/>
              <a:t> ideal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projekte</a:t>
            </a:r>
            <a:r>
              <a:rPr dirty="0"/>
              <a:t> </a:t>
            </a:r>
            <a:r>
              <a:rPr dirty="0" err="1"/>
              <a:t>shumë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vogla</a:t>
            </a:r>
            <a:endParaRPr dirty="0"/>
          </a:p>
          <a:p>
            <a:pPr>
              <a:defRPr sz="1800">
                <a:solidFill>
                  <a:srgbClr val="323232"/>
                </a:solidFill>
              </a:defRPr>
            </a:pPr>
            <a:r>
              <a:rPr dirty="0" err="1"/>
              <a:t>Duhet</a:t>
            </a:r>
            <a:r>
              <a:rPr dirty="0"/>
              <a:t> setup (Node.js, </a:t>
            </a:r>
            <a:r>
              <a:rPr dirty="0" err="1"/>
              <a:t>npm</a:t>
            </a:r>
            <a:r>
              <a:rPr dirty="0"/>
              <a:t>, </a:t>
            </a:r>
            <a:r>
              <a:rPr dirty="0" err="1"/>
              <a:t>etj</a:t>
            </a:r>
            <a:r>
              <a:rPr dirty="0"/>
              <a:t>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Rastet kur përdorim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323232"/>
                </a:solidFill>
              </a:defRPr>
            </a:pPr>
            <a:r>
              <a:t>Projekte të vogla dhe të shpejta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Efekte të thjeshta në faqe web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Manipulim i drejtpërdrejtë i DOM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Kur nuk duam varësi shtesë (frameworks)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Për mësim bazë të programimit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Rastet kur përdorim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323232"/>
                </a:solidFill>
              </a:defRPr>
            </a:pPr>
            <a:r>
              <a:rPr dirty="0" err="1"/>
              <a:t>Aplikacione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mëdha</a:t>
            </a:r>
            <a:r>
              <a:rPr dirty="0"/>
              <a:t> web (</a:t>
            </a:r>
            <a:r>
              <a:rPr dirty="0" smtClean="0"/>
              <a:t>SPA</a:t>
            </a:r>
            <a:r>
              <a:rPr lang="en-US" dirty="0" smtClean="0"/>
              <a:t>-Single </a:t>
            </a:r>
            <a:r>
              <a:rPr lang="en-US" dirty="0"/>
              <a:t>Page Application.</a:t>
            </a:r>
            <a:r>
              <a:rPr dirty="0" smtClean="0"/>
              <a:t>)</a:t>
            </a:r>
            <a:endParaRPr dirty="0"/>
          </a:p>
          <a:p>
            <a:pPr>
              <a:defRPr sz="1800">
                <a:solidFill>
                  <a:srgbClr val="323232"/>
                </a:solidFill>
              </a:defRPr>
            </a:pPr>
            <a:r>
              <a:rPr dirty="0"/>
              <a:t>Kur </a:t>
            </a:r>
            <a:r>
              <a:rPr dirty="0" err="1"/>
              <a:t>nevojitet</a:t>
            </a:r>
            <a:r>
              <a:rPr dirty="0"/>
              <a:t> UI </a:t>
            </a:r>
            <a:r>
              <a:rPr dirty="0" err="1"/>
              <a:t>dinamike</a:t>
            </a:r>
            <a:endParaRPr dirty="0"/>
          </a:p>
          <a:p>
            <a:pPr>
              <a:defRPr sz="1800">
                <a:solidFill>
                  <a:srgbClr val="323232"/>
                </a:solidFill>
              </a:defRPr>
            </a:pPr>
            <a:r>
              <a:rPr dirty="0" err="1"/>
              <a:t>Projekte</a:t>
            </a:r>
            <a:r>
              <a:rPr dirty="0"/>
              <a:t> me </a:t>
            </a:r>
            <a:r>
              <a:rPr dirty="0" err="1"/>
              <a:t>shumë</a:t>
            </a:r>
            <a:r>
              <a:rPr dirty="0"/>
              <a:t> </a:t>
            </a:r>
            <a:r>
              <a:rPr dirty="0" err="1"/>
              <a:t>komponentë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ndarë</a:t>
            </a:r>
            <a:endParaRPr dirty="0"/>
          </a:p>
          <a:p>
            <a:pPr>
              <a:defRPr sz="1800">
                <a:solidFill>
                  <a:srgbClr val="323232"/>
                </a:solidFill>
              </a:defRPr>
            </a:pPr>
            <a:r>
              <a:rPr dirty="0"/>
              <a:t>Kur </a:t>
            </a:r>
            <a:r>
              <a:rPr dirty="0" err="1"/>
              <a:t>duam</a:t>
            </a:r>
            <a:r>
              <a:rPr dirty="0"/>
              <a:t> </a:t>
            </a:r>
            <a:r>
              <a:rPr dirty="0" err="1"/>
              <a:t>performancë</a:t>
            </a:r>
            <a:r>
              <a:rPr dirty="0"/>
              <a:t> </a:t>
            </a:r>
            <a:r>
              <a:rPr dirty="0" err="1"/>
              <a:t>më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mirë</a:t>
            </a:r>
            <a:r>
              <a:rPr dirty="0"/>
              <a:t> me Virtual DOM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rPr dirty="0" err="1"/>
              <a:t>Përdorim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</a:t>
            </a:r>
            <a:r>
              <a:rPr dirty="0" err="1"/>
              <a:t>industri</a:t>
            </a:r>
            <a:r>
              <a:rPr dirty="0"/>
              <a:t> (Facebook, Instagram, Netflix)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Përfundim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323232"/>
                </a:solidFill>
              </a:defRPr>
            </a:pPr>
            <a:r>
              <a:t>JavaScript është baza → React është ndërtuar mbi të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React e bën zhvillimin më të shpejtë &amp; më të organizuar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JavaScript është universal, React është i fokusuar në UI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Të dyja kanë vendin e tyre sipas projektit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Për aplikacione moderne, React është zgjedhja kryesore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</TotalTime>
  <Words>530</Words>
  <Application>Microsoft Office PowerPoint</Application>
  <PresentationFormat>On-screen Show (4:3)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Corbel</vt:lpstr>
      <vt:lpstr>Parallax</vt:lpstr>
      <vt:lpstr>React Framework vs JavaScript</vt:lpstr>
      <vt:lpstr>Hyrje</vt:lpstr>
      <vt:lpstr>JavaScript (përmbledhje)</vt:lpstr>
      <vt:lpstr>React (përmbledhje)</vt:lpstr>
      <vt:lpstr>Krahasimi: Struktura</vt:lpstr>
      <vt:lpstr>Krahasimi: Shpejtësia &amp; Performanca</vt:lpstr>
      <vt:lpstr>Krahasimi: Përdorshmëria</vt:lpstr>
      <vt:lpstr>Krahasimi: Komuniteti &amp; Ekosistemi</vt:lpstr>
      <vt:lpstr>Avantazhet e JavaScript</vt:lpstr>
      <vt:lpstr>Avantazhet e React</vt:lpstr>
      <vt:lpstr>Kufizimet e JavaScript</vt:lpstr>
      <vt:lpstr>Kufizimet e React</vt:lpstr>
      <vt:lpstr>Rastet kur përdorim JavaScript</vt:lpstr>
      <vt:lpstr>Rastet kur përdorim React</vt:lpstr>
      <vt:lpstr>Përfundim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Framework vs JavaScript</dc:title>
  <dc:subject/>
  <dc:creator/>
  <cp:keywords/>
  <dc:description>generated using python-pptx</dc:description>
  <cp:lastModifiedBy>Kebir</cp:lastModifiedBy>
  <cp:revision>2</cp:revision>
  <dcterms:created xsi:type="dcterms:W3CDTF">2013-01-27T09:14:16Z</dcterms:created>
  <dcterms:modified xsi:type="dcterms:W3CDTF">2025-09-16T14:08:27Z</dcterms:modified>
  <cp:category/>
</cp:coreProperties>
</file>